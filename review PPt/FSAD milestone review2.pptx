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90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Review-3</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251919" y="6019895"/>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Event Hub Campus Edition</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A.Praneetha</a:t>
            </a:r>
            <a:r>
              <a:rPr lang="en-US" sz="3000" dirty="0">
                <a:latin typeface="Cambria" panose="02040503050406030204" pitchFamily="18" charset="0"/>
                <a:ea typeface="Cambria" panose="02040503050406030204" pitchFamily="18" charset="0"/>
              </a:rPr>
              <a:t> – VTU24447 – 23UECS0052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M. E, Ph.D.,</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Quality Education</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157174"/>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Background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Managing campus events manually using notices or spreadsheets is inefficient and leads to poor communication and data management. This creates difficulties in tracking event details, registrations, and updates for both students and administrators.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Need for the project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need for a centralized system to manage campus events efficiently and reduce manual work. This project helps streamline event creation, registration, and tracking, improving overall organization and user experience.</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Real-World Relevance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can be used in colleges and universities to efficiently manage multiple events and student registrations. It reflects real-world applications where digital platforms simplify event coordination and improve communication between users and organizers.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System Overview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a web-based application where students can view and register for campus events, while administrators can create, update, and manage event details. It uses Spring Boot, JPA, and Thymeleaf to provide a structured and user-friendly event management platform.</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43362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                              In many educational institutions, campus event management is still handled through manual or semi-digital methods, leading to inefficiencies and lack of coordination. Event information is often fragmented, making it difficult for students to stay informed and participate effectively.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Administrators face challenges in managing registrations, updating event details, and maintaining accurate records. The absence of a centralized system results in poor communication and limited scalability.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These limitations affect the overall efficiency and organization of campus activities. Therefore, there is a strong need for a structured, reliable, and automated solution to streamline event management and enhance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864459"/>
            <a:ext cx="15082325"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campus event management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centralized platform for event creation, registration, and management.</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communication and accessibility of event information for students.</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enhance data management and reduce manual effort in handling campus events.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69724" y="1861861"/>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599EC198-7920-2291-6A21-B20137D8EAFD}"/>
              </a:ext>
            </a:extLst>
          </p:cNvPr>
          <p:cNvSpPr txBox="1"/>
          <p:nvPr/>
        </p:nvSpPr>
        <p:spPr>
          <a:xfrm>
            <a:off x="2573955" y="1741463"/>
            <a:ext cx="14578093" cy="698652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web-based application designed to manage campus events efficiently.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for students and administrators to interact.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 view upcoming events, register online, and track their participation.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can create, update, and delete event details through a secure interface.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event management, reducing manual effort and errors.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ensures real-time updates and easy access to event information.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stored and managed securely using a database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it improves efficiency, organization, and user experience compared to traditional methods.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164060" y="1686924"/>
            <a:ext cx="15082325" cy="141577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(students/admins) interact through web pages.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includes event details, registration forms, login data </a:t>
            </a:r>
          </a:p>
          <a:p>
            <a:r>
              <a:rPr lang="en-US" sz="2400" b="1" dirty="0">
                <a:latin typeface="Times New Roman" panose="02020603050405020304" pitchFamily="18" charset="0"/>
                <a:cs typeface="Times New Roman" panose="02020603050405020304" pitchFamily="18" charset="0"/>
              </a:rPr>
              <a:t>Processing</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Controller receives user requests.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Service layer processes business logic.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validating data, handling registrations.</a:t>
            </a:r>
          </a:p>
          <a:p>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stored in MySQL 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like: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Managed using Spring Data JPA.</a:t>
            </a:r>
          </a:p>
          <a:p>
            <a:r>
              <a:rPr lang="en-US" sz="24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Processed data is displayed using Thymeleaf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can see: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list.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confirmation.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Updated event details.</a:t>
            </a:r>
          </a:p>
          <a:p>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6F04B43-6248-8EAF-3D9A-B1C9B4DCC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9201" y="3146802"/>
            <a:ext cx="8869424" cy="58828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4339DB1-8A26-2612-A89C-20D33CFA5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799" y="1741463"/>
            <a:ext cx="13341621" cy="7364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90751" y="1830433"/>
            <a:ext cx="15082325" cy="134498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Frontend: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HTML5, CSS3, Thymeleaf, JavaScript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Backend: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Java, Spring Boot, Spring MVC, Spring Data JPA</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MySQL</a:t>
            </a:r>
          </a:p>
          <a:p>
            <a:r>
              <a:rPr lang="en-US" sz="2800" b="1" dirty="0">
                <a:latin typeface="Times New Roman" panose="02020603050405020304" pitchFamily="18" charset="0"/>
                <a:cs typeface="Times New Roman" panose="02020603050405020304" pitchFamily="18" charset="0"/>
              </a:rPr>
              <a:t>Tools: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VS Code / Eclipse, Maven, Postman, Git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4GB RAM (minimum)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Dual-core processor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JDK 17+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Server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Browser (Chrome/Edge)</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p>
          <a:p>
            <a:r>
              <a:rPr lang="en-US" sz="2800" dirty="0">
                <a:latin typeface="Times New Roman" panose="02020603050405020304" pitchFamily="18" charset="0"/>
                <a:cs typeface="Times New Roman" panose="02020603050405020304" pitchFamily="18" charset="0"/>
              </a:rPr>
              <a:t>Handles student and admin login with authentication and role-based access control.</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Allows admin to create, update, delete, and manage campus events efficiently.</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Registration Management</a:t>
            </a:r>
          </a:p>
          <a:p>
            <a:r>
              <a:rPr lang="en-US" sz="2800" dirty="0">
                <a:latin typeface="Times New Roman" panose="02020603050405020304" pitchFamily="18" charset="0"/>
                <a:cs typeface="Times New Roman" panose="02020603050405020304" pitchFamily="18" charset="0"/>
              </a:rPr>
              <a:t>Enables students to register for events and view their registration details.</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Data Management &amp; Reporting</a:t>
            </a:r>
          </a:p>
          <a:p>
            <a:r>
              <a:rPr lang="en-US" sz="2800" dirty="0">
                <a:latin typeface="Times New Roman" panose="02020603050405020304" pitchFamily="18" charset="0"/>
                <a:cs typeface="Times New Roman" panose="02020603050405020304" pitchFamily="18" charset="0"/>
              </a:rPr>
              <a:t>Manages event and registration data, and provides basic statistics and reports.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4" name="Picture 3">
            <a:extLst>
              <a:ext uri="{FF2B5EF4-FFF2-40B4-BE49-F238E27FC236}">
                <a16:creationId xmlns:a16="http://schemas.microsoft.com/office/drawing/2014/main" id="{967CAB4D-DF00-3FB1-8F2D-DEB184EF3B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399" y="1638300"/>
            <a:ext cx="15020227" cy="72390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91275"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49FE026-075C-4D6D-1D3B-724CC81FD2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0048" y="1950971"/>
            <a:ext cx="15589322" cy="707873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106C071-49CE-EE42-97A3-C34F5704F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1095" y="2015466"/>
            <a:ext cx="15256532" cy="730533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76DB1192-AC81-6141-9B73-570C3C9E58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0047" y="1729573"/>
            <a:ext cx="15440211" cy="7629328"/>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F4B910-3C19-1342-AB83-20DCCA6744B8}"/>
              </a:ext>
            </a:extLst>
          </p:cNvPr>
          <p:cNvSpPr txBox="1"/>
          <p:nvPr/>
        </p:nvSpPr>
        <p:spPr>
          <a:xfrm>
            <a:off x="2516626" y="2475171"/>
            <a:ext cx="13877208" cy="683264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centralized platform for managing all campus events efficiently.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work and minimizes errors in event handling.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easy event registration and access for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 between administrators and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better data management and real-time update.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Limitations :</a:t>
            </a:r>
          </a:p>
          <a:p>
            <a:endParaRPr lang="en-US"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internet connection for access and functionality.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security implementation (can be improved for real-world deployment).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scalability for very large institutions or heavy traffic.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Depends on proper database configuration and maintenance.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UI/UX may be simple and can be enhanced further.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TotalTime>
  <Words>1004</Words>
  <Application>Microsoft Office PowerPoint</Application>
  <PresentationFormat>Custom</PresentationFormat>
  <Paragraphs>360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Gotham Bold Italics</vt:lpstr>
      <vt:lpstr>Bookman Old Style</vt:lpstr>
      <vt:lpstr>Times New Roman</vt:lpstr>
      <vt:lpstr>Calibri</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Gali Kalpana</cp:lastModifiedBy>
  <cp:revision>17</cp:revision>
  <dcterms:created xsi:type="dcterms:W3CDTF">2006-08-16T00:00:00Z</dcterms:created>
  <dcterms:modified xsi:type="dcterms:W3CDTF">2026-05-05T17:03:12Z</dcterms:modified>
  <dc:identifier>DAHCaYqJ9OU</dc:identifier>
</cp:coreProperties>
</file>